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Meridian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A5B4FC"/>
                </a:solidFill>
              </a:defRPr>
            </a:pPr>
            <a:r>
              <a:t>Inventory Dashboard Modernization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Existing Vue 3 + FastAPI application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Reports page has filter, i18n, and data consistency issues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IT requires end-to-end browser tests before approving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Operations depend on accurate inventory and report data daily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Restocking recommendations reduce manual workload and stockouts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Automated tests lower risk and enable safe future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Proposed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REPAIR: Audit and fix the Reports module end to end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BUILD: New Restocking recommendations view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PROTECT: Add browser-level tests for core workflows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DOCUMENT: Deliver current-state 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Core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Reports remediation and quality fixes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Restocking recommendations feature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Playwright end-to-end test coverage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Architecture documentation for Meridian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Week 1: Discovery and Reports remediation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Week 2: Restocking feature development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Week 3: Browser tests, documentation, handoff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Pricing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Estimated effort: 9 days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Not-to-exceed: $28,000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Includes remediation, feature delivery, tests, and handoff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Optional enhancements quoted separately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Optional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UI modernization aligned to current standards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Expanded internationalization across all modules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• Operator-selectable dark mode for low-light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We blend hands-on remediation with pragmatic governance.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Fix what is broken. Add requested capability.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Leave Meridian with tests and docs for safe future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5B4F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Approve scope for required phase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Confirm clarifying questions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8FAFC"/>
                </a:solidFill>
              </a:defRPr>
            </a:pPr>
            <a:r>
              <a:t>Begin discovery review of codebase and data 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